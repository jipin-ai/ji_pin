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通睿科技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通睿 AI 安全网关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数据不出域，价值无边界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隐私计算中间件 · 通用平台 · 混合部署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· 产品介绍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数据协作的万亿美元悖论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全球数据经济总量，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 68% 的企业数据从未被利用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——因为「不敢共享」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280160"/>
            <a:ext cx="402336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0" y="1280160"/>
            <a:ext cx="54864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353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不流通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数据孤岛，AI 模型缺训练样本，风控精度不足，供应链盲区扩大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423160"/>
            <a:ext cx="402336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423160"/>
            <a:ext cx="54864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496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流通失控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原始数据离开可控环境，隐私泄露、合规风险、商业机密暴露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566160"/>
            <a:ext cx="402336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3566160"/>
            <a:ext cx="54864" cy="9601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3639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信任缺失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3977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多方数据协作的核心障碍不是技术，是「凭什么相信你不会偷看我的数据」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来源：IDC Global DataSphere, Gartner Data Collaboration Report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五个行业，同一个困境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60604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供应链金融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274320" cy="274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痛点：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供应商不愿暴露真实营收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需求：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核心企业要评估整链健康度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0604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联合风控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74720" y="2194560"/>
            <a:ext cx="274320" cy="274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痛点：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银行间不能共享客户清单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需求：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欺诈特征需跨机构碰撞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0604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6364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集团管控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63640" y="2194560"/>
            <a:ext cx="274320" cy="274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痛点：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子公司抵触总部数据监控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需求：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总部需要汇总经营分析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260604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医疗科研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4023360"/>
            <a:ext cx="274320" cy="274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114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痛点：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患者数据受法规严格限制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需求：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多中心研究需统计显著性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3108960"/>
            <a:ext cx="260604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375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47472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产业链协同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74720" y="4023360"/>
            <a:ext cx="274320" cy="274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4114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痛点：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库存/排产数据是商业机密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需求：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上下游需协同优化交付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传统模式 vs 通睿模式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3840480" cy="457200"/>
          </a:xfrm>
          <a:prstGeom prst="rect">
            <a:avLst/>
          </a:prstGeom>
          <a:solidFill>
            <a:srgbClr val="EF4444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 传统模式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原始数据上传到中心平台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平台集中存储、分析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返回结果给各方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核心问题：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数据拥有者失去控制权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信任成本极高，合规风险大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51960" y="24688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84048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840480" cy="457200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通睿模式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各方本地部署网关节点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本地读取 → 本地脱敏 → 仅结果出域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协调节点聚合脱敏结果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核心优势：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原始数据永不离开防火墙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信任由技术保证，非合同约束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五大核心原则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60604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53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数据不出域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137160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03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原始数据物理上不离开数据拥有者的网络边界，计算在节点侧本地执行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0604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353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114800" y="1417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最小暴露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74720" y="1965960"/>
            <a:ext cx="137160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103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仅传输任务必需的最小化脱敏结果，输出白名单 + 暴露级别双重控制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0604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353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03720" y="1417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可验证安全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63640" y="1965960"/>
            <a:ext cx="13716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103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客户可自行抓包验证数据未被泄露，而非仅依赖厂商承诺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260604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3182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325880" y="3246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价值可量化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5800" y="3794760"/>
            <a:ext cx="137160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9319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每次协作的价值增量可被双方感知——对比基准、协同增益、贡献权重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3108960"/>
            <a:ext cx="260604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74720" y="3182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114800" y="3246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就绪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474720" y="3794760"/>
            <a:ext cx="1371600" cy="1828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39319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脱敏后的数据可直接输入 LLM/ML 模型，实现隐私安全的智能决策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供应链健康度评估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0" y="1417320"/>
            <a:ext cx="1828800" cy="640080"/>
          </a:xfrm>
          <a:prstGeom prst="rect">
            <a:avLst/>
          </a:prstGeom>
          <a:solidFill>
            <a:srgbClr val="06B6D4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1417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核心企业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发起评估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19202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46888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 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本地脱敏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468880"/>
            <a:ext cx="19202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0" y="246888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本地脱敏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19202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246888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 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本地脱敏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2468880"/>
            <a:ext cx="19202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766560" y="246888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20家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本地脱敏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0" y="3611880"/>
            <a:ext cx="457200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0" y="3611880"/>
            <a:ext cx="4572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0" y="3703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聚合报告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468880" y="39776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供应链健康度 82 分 · 3 家需关注 · 无断供风险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各供应商营收/客户已脱敏，无法反推原始数据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更多应用场景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840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联合反欺诈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848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三家银行各自部署网关节点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33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检查贷款申请的欺诈特征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20040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1821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仅返回 {hit: true/false, fraud_type}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74904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307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2/3 库命中 → 建议拒绝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206240"/>
            <a:ext cx="3566160" cy="274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97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价值：风控准确率 +18%，联合覆盖盲区客户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280160"/>
            <a:ext cx="38404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8640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集团经营分析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029200" y="2103120"/>
            <a:ext cx="228600" cy="2286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0848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总部发起月度经营分析任务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2651760"/>
            <a:ext cx="228600" cy="2286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2633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各子公司节点本地计算 KPI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0" y="3200400"/>
            <a:ext cx="228600" cy="2286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1821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营收→分档 客户→伪名化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0" y="3749040"/>
            <a:ext cx="228600" cy="2286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37307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总部看到趋势，无法反推精确数据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92040" y="4206240"/>
            <a:ext cx="3566160" cy="274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4297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价值：子公司安心参与，总部获得全局视野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核心竞争力：让安全「看得见」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不是「说安全」——是让客户「看见安全」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0" y="822960"/>
            <a:ext cx="137160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86200" y="822960"/>
            <a:ext cx="13716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8961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3440" y="8961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监管信任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23360" y="1234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第三方审计可验证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HMAC防篡改日志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1828800"/>
            <a:ext cx="210312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828800"/>
            <a:ext cx="21031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901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97680" y="19019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客户自验证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提供抓包工具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客户可自行验证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2834640"/>
            <a:ext cx="283464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2834640"/>
            <a:ext cx="28346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29077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31920" y="29077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规则透明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9184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脱敏规则可视化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全知全控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88920" y="3840480"/>
            <a:ext cx="356616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88920" y="3840480"/>
            <a:ext cx="35661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0" y="39136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566160" y="3913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技术强制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92608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沙箱网络隔离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白名单拦截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代码保证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客户自验证工具箱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17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gateway-verify CLI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286000"/>
            <a:ext cx="914400" cy="182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77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一键部署验证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环境安全检查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280160"/>
            <a:ext cx="187452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417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4320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网络抓包验证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08960" y="2286000"/>
            <a:ext cx="914400" cy="182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2377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tcpdump 抓包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确认无明文外泄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187452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417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👁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脱敏预览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12080" y="2286000"/>
            <a:ext cx="914400" cy="182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377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样本数据预览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执行前后一致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1280160"/>
            <a:ext cx="1874520" cy="1737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417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4944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审计日志导出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0" y="2286000"/>
            <a:ext cx="914400" cy="182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2377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 完整性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独立可验证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8046720" cy="14630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29184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隐私仪表盘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7240" y="37490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每个节点拥有独立的隐私仪表盘：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本次任务：哪些字段被读取 / 哪些被脱敏 / 脱敏方法 / 输出内容预览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历史审计：过去所有任务的数据流向图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风险评估：结合脱敏强度和暴露级别的隐私风险评分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一键拒绝：任何时候客户可退出协作网络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价值交换：协作的正反馈循环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8745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对比基准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1097280" cy="182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「您的健康分 82，行业均值 71，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排名前 20%」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280160"/>
            <a:ext cx="18745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盲点揭示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17520" y="1783080"/>
            <a:ext cx="1097280" cy="182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9202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「未覆盖客户群的欺诈风险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是现有客户的 3.2 倍」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18745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协同增益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0640" y="1783080"/>
            <a:ext cx="1097280" cy="182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9202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「结合 5 家合作伙伴数据后，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风控准确率提升 18%」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1280160"/>
            <a:ext cx="18745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贡献权重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23760" y="1783080"/>
            <a:ext cx="1097280" cy="182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9202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「您的数据贡献度 35%，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使结论置信度提升至 92%」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71600" y="3383280"/>
            <a:ext cx="6400800" cy="146304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1" name="Shape 19"/>
          <p:cNvSpPr/>
          <p:nvPr/>
        </p:nvSpPr>
        <p:spPr>
          <a:xfrm>
            <a:off x="1645920" y="3566160"/>
            <a:ext cx="1188720" cy="457200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35661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提供脱敏数据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3566160"/>
            <a:ext cx="1188720" cy="457200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35661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聚合分析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566160"/>
            <a:ext cx="1188720" cy="457200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5661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获得行业对标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46520" y="3566160"/>
            <a:ext cx="1188720" cy="457200"/>
          </a:xfrm>
          <a:prstGeom prst="ellipse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35661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愿意继续参与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43484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3504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645920" y="41605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正反馈循环 → 信任积累 → 暴露级别提升 → 协作价值递增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商业模式与市场定位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79476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3794760" cy="502920"/>
          </a:xfrm>
          <a:prstGeom prst="rect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SaaS 协调节点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中小企业 / 多方协作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通睿托管运维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12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按量计费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505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多租户隔离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98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SOC2+等保三级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379476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80160"/>
            <a:ext cx="3794760" cy="50292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298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私有化协调节点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0600" y="1600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大型集团 / 高合规行业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客户内网部署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212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年订阅制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5054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单租户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798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客户自行合规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计费模式（草案）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260604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416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基础版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3159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节点 · 50 任务/月 · 按年订阅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4023360"/>
            <a:ext cx="260604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40416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专业版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74720" y="43159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节点 · 200 任务/月 · 按年订阅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023360"/>
            <a:ext cx="260604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40416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企业版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43159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不限 · 不限 · 定制报价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竞争壁垒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60604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信任可视化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1737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业界首创「客户自验证」体系，将安全从厂商承诺变为客户可自行验证的事实。这是最大的差异化壁垒。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60604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47288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8620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原生集成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47288" y="1737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不是简单的 API 代理——脱敏引擎与 AI 推理深度集成，原始数据永不进入模型上下文。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0604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6208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7512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通用平台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36208" y="1737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不绑定单一行业。供应链/金融/医疗/制造共用一套基础设施，网络效应随节点数指数增长。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260604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9728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价值闭环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不止于「安全传输」——量化每次协作的价值增量，让参与方看到 ROI，形成正反馈循环。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3017520"/>
            <a:ext cx="260604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47288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88620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混合部署弹性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47288" y="3566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+ 私有化灵活组合，满足从中小企业到军工级客户的全频谱需求。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产品路线图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60604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26060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· 2026 Q3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核心可用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" y="2148840"/>
            <a:ext cx="914400" cy="182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节点管理 + 脱敏引擎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基础分析脚本引擎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管理控制台 + 审计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3 节点 MVP 验证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1280160"/>
            <a:ext cx="260604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280160"/>
            <a:ext cx="26060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V1.5 · 2026 Q4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47288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集成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447288" y="2148840"/>
            <a:ext cx="914400" cy="182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本地 LLM 推理支持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AI 输出安全校验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10+ 分析模板市场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SaaS 协调节点上线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1280160"/>
            <a:ext cx="260604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280160"/>
            <a:ext cx="2606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236208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· 2027 Q1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36208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规模化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236208" y="2148840"/>
            <a:ext cx="914400" cy="182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100+ 节点支撑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价值交换仪表盘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行业解决方案包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私有化企业版 GA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663440"/>
            <a:ext cx="804672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 ─────────────── 2026 Q4 ─────────────── 2027 Q1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为什么选择通睿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技术强制 &gt; 承诺保证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沙箱网络隔离 + 输出白名单 + 暴露级别硬约束，代码说了算，不是合同说了算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804672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4884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安全可验证 &gt; 安全可宣称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客户可以自己抓包看、自己验证日志，不用「相信我们」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01752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协作有价值 &gt; 协作有风险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不只是防泄露——量化每次协作的价值增量，让参与者看到 ROI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804672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162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88620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通用平台 &gt; 行业烟囱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251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一套基础设施覆盖供应链/金融/医疗/制造，网络效应随规模增长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数据不出域，价值无边界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通睿 AI 安全网关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contact@tongrui.com  ·  www.tongrui.com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感谢关注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通睿 AI 安全网关 — 产品介绍</dc:title>
  <dc:subject>PptxGenJS Presentation</dc:subject>
  <dc:creator>通睿科技</dc:creator>
  <cp:lastModifiedBy>通睿科技</cp:lastModifiedBy>
  <cp:revision>1</cp:revision>
  <dcterms:created xsi:type="dcterms:W3CDTF">2026-05-23T05:49:18Z</dcterms:created>
  <dcterms:modified xsi:type="dcterms:W3CDTF">2026-05-23T05:49:18Z</dcterms:modified>
</cp:coreProperties>
</file>