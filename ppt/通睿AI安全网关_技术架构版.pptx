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通睿 AI 安全网关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技术架构白皮书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82880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 V4.0 · 2026-05-23 · Confidential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37760"/>
            <a:ext cx="9144000" cy="45720"/>
          </a:xfrm>
          <a:prstGeom prst="rect">
            <a:avLst/>
          </a:prstGeom>
          <a:solidFill>
            <a:srgbClr val="94A3B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产品定位与技术概览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4572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通睿是一个多节点协同的隐私计算中间件。每个参与方在自己的防火墙内部署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一个网关节点，节点在本地完成数据读取、分析与脱敏，仅将脱敏结果发送至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协调节点聚合。原始数据永不离开各自的可控环境。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286000" cy="36576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协调节点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20116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+ PostgreSQL + Redis + mTLS 1.3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8046720" cy="45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468880"/>
            <a:ext cx="2286000" cy="36576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网关节点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468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+ Docker SDK + SQLite（本地）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862072"/>
            <a:ext cx="8046720" cy="45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926080"/>
            <a:ext cx="2286000" cy="36576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沙箱执行环境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9260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容器 · NET=none · 只读挂载 · 2核/4GB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319272"/>
            <a:ext cx="8046720" cy="45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383280"/>
            <a:ext cx="2286000" cy="36576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脱敏引擎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0" y="33832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正则 + 字段级规则 · 6种脱敏方法 · 暴露级别 L0-L2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76472"/>
            <a:ext cx="8046720" cy="45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840480"/>
            <a:ext cx="2286000" cy="36576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集成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8404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GGUF/ONNX 本地推理 · LLM/ML · 输出安全扫描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33672"/>
            <a:ext cx="8046720" cy="457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297680"/>
            <a:ext cx="2286000" cy="365760"/>
          </a:xfrm>
          <a:prstGeom prst="rect">
            <a:avLst/>
          </a:prstGeom>
          <a:solidFill>
            <a:srgbClr val="0891B2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前端控制台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42976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· 仪表盘/节点/任务/审计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架构全景图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1097280"/>
            <a:ext cx="4572000" cy="640080"/>
          </a:xfrm>
          <a:prstGeom prst="rect">
            <a:avLst/>
          </a:prstGeom>
          <a:solidFill>
            <a:srgbClr val="0891B2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097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协调节点 (Coordinator)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任务调度 · 结果聚合 · RBAC · 审计日志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173736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1737360"/>
            <a:ext cx="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1.3 · 端口 8443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25603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 A 防火墙内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沙箱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脱敏引擎 · 本地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 /data → 写入 /output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219456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2194560"/>
            <a:ext cx="25603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 B 防火墙内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沙箱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脱敏引擎 · 本地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 /data → 写入 /output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256032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194560"/>
            <a:ext cx="25603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 C 防火墙内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沙箱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脱敏引擎 · 本地 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 /data → 写入 /output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数据流说明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02336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原始数据：仅在节点本地 Docker 沙箱中读取（只读挂载，/data/）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2062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脱敏结果：经脱敏引擎处理后，加密回传协调节点（mTLS）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聚合报告：协调节点在内存中聚合，结果不落盘（可配）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5720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AI 推理：脱敏后的数据输入本地 GGUF/ONNX 模型，原始数据永不进入模型上下文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节点生命周期管理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4630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94560" y="1097280"/>
            <a:ext cx="1463040" cy="45720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1920" y="1097280"/>
            <a:ext cx="1463040" cy="45720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1097280"/>
            <a:ext cx="14630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1097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640" y="1097280"/>
            <a:ext cx="146304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1097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182880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1828800"/>
            <a:ext cx="3840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注册流程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2240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验证 SSL 证书 → 分配 node_id → 建立 mTLS → 返回令牌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证书无效 → 401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2788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名称重复 → 409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82880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828800"/>
            <a:ext cx="3840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心跳机制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2240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每 30s 发送: {node_id, timestamp, status, load_avg, disk_usage}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连续 3 次无心跳 → 标记 OFFLINE → 通知管理员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33756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337560"/>
            <a:ext cx="3840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并发控制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单节点最大并发任务数: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023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超出排队，FIFO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max_cpu_cores: 2 · max_memory_mb: 4096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337560"/>
            <a:ext cx="384048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337560"/>
            <a:ext cx="3840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注销流程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00600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前置条件: 无进行中任务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4023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撤销 mTLS 证书 → 清理路由表 → 归档审计日志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节点本地数据由客户自行处置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分析任务生命周期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1234440" cy="502920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08760" y="10972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37360" y="1097280"/>
            <a:ext cx="1234440" cy="50292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353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校验节点+脚本+权限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71800" y="10972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1234440" cy="50292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353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加密分发到节点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34840" y="10972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234440" cy="50292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3440" y="1353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沙箱执行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97880" y="10972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1234440" cy="502920"/>
          </a:xfrm>
          <a:prstGeom prst="rect">
            <a:avLst/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1353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聚合结果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60920" y="10972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589520" y="1097280"/>
            <a:ext cx="1234440" cy="50292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0972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0" y="13533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37760" y="1353312"/>
            <a:ext cx="0" cy="2743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(部分节点失败)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583680" y="1353312"/>
            <a:ext cx="0" cy="27432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/ TIMEOUT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(全部失败/超时)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任务结构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8640" y="2651760"/>
            <a:ext cx="8046720" cy="2194560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269748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"task_id": "uuid",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"workflow": "parallel|sequential",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"timeout_seconds": 300,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"target_nodes": ["node-a", "node-b"],
</a:t>
            </a:r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"required_exposure_level": "L0|L1|L2",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"script_id": "sha256:abc123...",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"completeness_score": 0-100,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"steps": [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"node_id", "status", "execution_time_ms",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"result": {...}, "sanitization_log": [...] }
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
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脱敏引擎详解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301752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适用数据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变换方式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可逆性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pseudonymize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企业名 / 人名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临时 Token（跨任务一致）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不可逆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手机号 / 账号 / 身份证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首尾各保留 2 位，中间 ****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不可逆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bucket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 / 金额 / 电量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高/中/低 或 区间 A/B/C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不可逆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generalize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地址 / GPS 坐标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区县级 / 1km 网格中心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不可逆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aggregate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数值型指标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均值 / 中位数 / 标准差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不可逆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k_anonymize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多字段组合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任意组合至少出现 k 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不可逆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脱敏执行管道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3749040"/>
            <a:ext cx="384048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" y="381304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3813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脚本写入 /output/ ──→ 网关拦截层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3749040"/>
            <a:ext cx="384048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736592" y="381304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4736592" y="3813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 × 脱敏规则匹配 ──→ 优先级: 精确 &gt; 类型 &gt; 正则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4160520"/>
            <a:ext cx="384048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621792" y="422452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4400" y="4178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执行脱敏变换 ──→ 生成 sanitization_log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4160520"/>
            <a:ext cx="384048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6"/>
          <p:cNvSpPr/>
          <p:nvPr/>
        </p:nvSpPr>
        <p:spPr>
          <a:xfrm>
            <a:off x="4736592" y="4224528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7"/>
          <p:cNvSpPr/>
          <p:nvPr/>
        </p:nvSpPr>
        <p:spPr>
          <a:xfrm>
            <a:off x="4736592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0" y="4178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白名单放行 / 默认拦截 ──→ 实际写入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暴露级别控制与沙箱环境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60604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仅数值评分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 健康分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场景: 供应链评估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51560"/>
            <a:ext cx="2606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+聚合统计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均值/分位数/标准差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场景: 行业对标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051560"/>
            <a:ext cx="2606040" cy="13258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5156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43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6656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+脱敏实体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16002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脱敏后实体级数据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9202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场景: 联合风控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25786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安全硬约束：节点配置暴露级别 &lt; 任务要求 → 立即拒绝 (403) → 明确返回差异信息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沙箱隔离规格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94560"/>
                <a:gridCol w="2377440"/>
                <a:gridCol w="18288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挂载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/data/ (只读)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/output/ (写入拦截)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NET=none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完全隔离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资源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2核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内存 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超时 300s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read-only rootfs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no-new-privileges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禁止子进程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禁止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网络出站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特权模式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exec/eval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安全架构：威胁模型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EF444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822960"/>
                <a:gridCol w="40233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威胁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攻击者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恶意脚本窃取数据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发起人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🔴 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沙箱隔离 + 白名单 + 脱敏拦截 + 代码审查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节点伪造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外部攻击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🟠 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mTLS 双向证书 + JWT 绑定 node_id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中间人拦截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网络攻击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中低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1.3 + Certificate Pinning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管理员偷看脱敏输出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内部人员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🟠 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RBAC + 审计不可删除 + 输出本身已脱敏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重放攻击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外部攻击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中低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nonce + timestamp + 服务端去重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脱敏规则被篡改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节点管理员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🟠 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变更审批 + 审计记录变更前后对比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侧信道攻击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高级攻击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中低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统一错误格式 + 随机化处理时间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模型反推数据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模型使用者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输出二次校验 + 脱敏数据本身不可还原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安全架构：纵深防御六层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solidFill>
            <a:srgbClr val="EF4444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097280"/>
            <a:ext cx="74066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097280"/>
            <a:ext cx="36576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网络隔离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35331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DNS · 无出站 · 无法外发任何数据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1155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沙箱 NET=none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solidFill>
            <a:srgbClr val="F97316">
              <a:alpha val="6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88720" y="1737360"/>
            <a:ext cx="74066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173736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755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文件系统控制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199339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只读挂载数据源 · 输出写入经过网关拦截层 · 白名单放行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7556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只读 + 写入拦截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2377440"/>
            <a:ext cx="74066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88720" y="2377440"/>
            <a:ext cx="36576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脱敏引擎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263347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精确/类型/正则匹配 · 6种脱敏方法 · 未匹配=默认拦截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23957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字段级规则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88720" y="3017520"/>
            <a:ext cx="74066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88720" y="3017520"/>
            <a:ext cx="36576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035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输出校验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327355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sanitization_log · 正则检测原始数据模式 · 双向校验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30358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脱敏日志 + 内容扫描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88720" y="3657600"/>
            <a:ext cx="74066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1188720" y="3657600"/>
            <a:ext cx="36576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36758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传输加密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371600" y="391363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端到端加密 · 单一端口 8443 · 自签 CA + CRL · 证书固定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0" y="367588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1.3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88720" y="4297680"/>
            <a:ext cx="74066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1188720" y="4297680"/>
            <a:ext cx="36576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1371600" y="43159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审计追溯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371600" y="4553712"/>
            <a:ext cx="7040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不可删除 · SHA256-HMAC 防篡改 · 保留 90 天 · 支持 SIEM 导出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43159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全链路日志 + HMAC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4846320"/>
            <a:ext cx="8046720" cy="1828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910328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数据生命周期:  读取(只读挂载) → 处理(沙箱) → 脱敏(网关拦截) → 传输(mTLS) → 聚合(内存) → 销毁(容器清除)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信任与透明机制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gateway-verify 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一键环境安全检查。验证沙箱隔离、网络策略、脱敏规则生效。输出通过/不通过明细。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84048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572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170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网络抓包验证脚本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节点侧 tcpdump 抓包。验证仅有到协调节点的加密 mTLS 流量，无明文/无其他目的地。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384048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40280"/>
            <a:ext cx="4572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313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脱敏预览工具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客户上传样本 CSV → 本地预览脱敏效果 → 确认无误后加入协作。执行前后一致性保证。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384048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40280"/>
            <a:ext cx="4572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2313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审计日志独立验证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完整操作链路可导出 → HMAC-SHA256 签名 → 客户/第三方审计独立验证。不可篡改。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8046720" cy="1325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520440"/>
            <a:ext cx="80467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593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隐私仪表盘 (每节点独立)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本次任务：哪些字段被读取 / 被哪种方法脱敏 / 脱敏前后指纹 / 输出预览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178808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历史审计：所有任务的数据流向图，每个字段的完整变形链路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37997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风险评估：结合脱敏强度 + 暴露级别 + 协作历史的综合隐私评分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581144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一键退出：任何时候可撤销协作授权，系统立即停止接受该节点的新任务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模型集成方案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数据处理管道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2344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原始数据库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1463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12344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网关节点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本地读取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54680" y="1463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12344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脱敏引擎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apply_sanitization()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1463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234440" cy="640080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模型推理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gateway.infer()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1463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12344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输出校验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正则扫描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69480" y="146304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06640" y="1463040"/>
            <a:ext cx="12344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回传协调节点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2331720"/>
            <a:ext cx="6400800" cy="365760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2331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核心原则：AI 模型永远只接收脱敏后的数据。原始数据永不进入模型上下文。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286000"/>
                <a:gridCol w="2103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模型类型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部署位置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数据安全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节点侧 LLM (GGUF)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网关节点本地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脱敏结果分析摘要/趋势描述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脱敏数据不出节点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节点侧 ML (ONNX/sklearn)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网关节点本地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评分/分类/异常检测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沙箱内推理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协调节点 LLM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聚合结果解读/报告生成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输入已是脱敏数据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外部 LLM API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云端（可选）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报告润色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仅 L0 纯评分允许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安全约束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0080" y="4434840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脱敏先行：必须在 apply_sanitization() 后调用 infer()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0080" y="4599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提示词扫描：检测 prompt 中「解密/还原/原始数据」等绕过语 → 拒绝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0080" y="476402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输出二次校验：正则扫描 AI 输出中是否含身份证号/手机号格式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4928616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模型隔离：沙箱内模型 NET=none，防止隐蔽通道外泄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部署架构：混合模式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协调节点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私有化协调节点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适用客户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中小企业 / 多方协作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大型集团 / 高合规行业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运维责任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通睿负责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 IT 负责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脱敏结果 → 通睿云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脱敏结果 → 客户内网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租户模式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多租户逻辑隔离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天然单租户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计费方式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按量计费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年订阅制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合规认证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SOC2 + 等保三级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客户自行合规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节点部署要求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4747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最低配置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推荐配置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Ubuntu 20.04+ / CentOS 8+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Ubuntu 22.04 LTS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核+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GB+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磁盘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GB（不含数据源）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GB+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网络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出站 443/8443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容器引擎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24+ / Podman 4+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26+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docker-compose up -d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一键启动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端点设计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 API（节点 → 协调节点 · mTLS 认证）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30175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/api/v1/nodes/register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节点注册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/api/v1/nodes/{id}/tasks/pending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拉取待执行任务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/api/v1/nodes/{id}/tasks/{step}/result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提交脱敏结果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/api/v1/nodes/{id}/heartbeat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心跳上报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/api/v1/nodes/{id}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节点注销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 API（JWT Bearer 认证）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474720"/>
                <a:gridCol w="36576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/api/v1/auth/login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用户登录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/api/v1/tasks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创建分析任务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/api/v1/tasks/{id}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任务详情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/api/v1/tasks/{id}/report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聚合报告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/api/v1/scripts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上传分析脚本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/api/v1/nodes/{id}/exposure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查看节点暴露级别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/api/v1/audit-logs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审计日志查询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5262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节点本地 API（仅 mTLS 内部调用）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7548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/local/v1/execute   ·   PUT /local/v1/rules   ·   POST /local/v1/models   ·   GET /local/v1/health   ·   GET /local/v1/metrics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非功能需求与性能指标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性能指标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3840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节点注册完成时间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10 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任务分发延迟（10节点）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5 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单节点脚本执行（不含AI）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30 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脱敏引擎吞吐量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10,000 字段/秒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协调节点 API P99 延迟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500ms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并发任务支持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50 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可用性 &amp; 扩展性</a:t>
            </a:r>
            <a:endParaRPr lang="en-US" sz="14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协调节点可用性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99.9% (月宕机 ≤43min)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节点离线容忍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部分离线不影响其他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优雅降级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而非 FAILED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支持节点数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100+ 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 恢复时间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RTO ≤ 30 分钟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合规与运维</a:t>
            </a:r>
            <a:endParaRPr lang="en-US" sz="14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67512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协调节点（SaaS）通过等保三级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个保法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脱敏方案符合个人信息保护法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数据跨境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节点部署地 = 数据存储地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SM2/SM4 可选（私有化部署）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渗透测试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每季度第三方渗透测试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审计日志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 90 天，HMAC 防篡改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监控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+ Grafana + 告警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验收标准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9144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功能验收（8 项）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AC-1  一键部署：docker-compose up → 30s 内控制台可访问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819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AC-2  多节点协作：2 节点任务 → 本地执行 → 脱敏聚合 → 原始数据未出域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3794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AC-3  脱敏效果：entity_name 伪名化 + revenue 分档 → 抓包验证原始值不出现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9397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AC-4  离线容错：节点离线 → PARTIAL → completeness_score 正确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AC-5  审计完整性：3 个任务 → 导出全链路日志 → HMAC 验证通过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AC-6  安全拦截：无证书连接拒绝 · 无权限任务 403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8620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AC-7  AI 调用：gateway.infer() → 仅传入脱敏数据 → 输出不含原始数据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1181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AC-8  暴露级别约束：L0节点拒绝L2任务 → 403 + 明确错误信息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信任验收（5 项 · 客户视角）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AC-9  客户自验证：运行 gateway-verify → 所有检查通过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0965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AC-10 脱敏预览：上传样本 → 预览效果 → 与实际执行一致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35254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AC-11 抓包透明：节点侧抓包 → 仅见加密 mTLS 流量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60857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AC-12 隐私仪表盘：任务完成后 → 完整脱敏日志可逐条比对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8646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AC-13 审计导出：第三方独立验证 HMAC 签名完整性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技术架构白皮书 · V4.0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通睿 AI 安全网关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数据不出域，价值无边界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完整 SRS 文档：产品需求规格说明书_V4.md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下一步：SDD 技术设计阶段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937760"/>
            <a:ext cx="9144000" cy="45720"/>
          </a:xfrm>
          <a:prstGeom prst="rect">
            <a:avLst/>
          </a:prstGeom>
          <a:solidFill>
            <a:srgbClr val="94A3B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通睿 AI 安全网关 — 技术架构白皮书</dc:title>
  <dc:subject>PptxGenJS Presentation</dc:subject>
  <dc:creator>通睿科技</dc:creator>
  <cp:lastModifiedBy>通睿科技</cp:lastModifiedBy>
  <cp:revision>1</cp:revision>
  <dcterms:created xsi:type="dcterms:W3CDTF">2026-05-23T05:49:18Z</dcterms:created>
  <dcterms:modified xsi:type="dcterms:W3CDTF">2026-05-23T05:49:18Z</dcterms:modified>
</cp:coreProperties>
</file>